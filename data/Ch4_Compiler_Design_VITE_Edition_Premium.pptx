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COMPILER DESIGN — Chapter 4 (VITE Edition)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t>ANTLR • Flex • Lex • Yacc • Bison • LLVM • AST • Parsing Theory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 University-Level Compiler Engineering Presentation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Designed like a Vite + CS textbook lecture deck.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Includes grammar theory, parser architecture, AST design, semantic analysis, visitors, precedence, and language toolchains.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Build parsers with ANTLR.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Understand LALR(1) and LL(*).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Design ASTs.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Implement visitors.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Understand semantic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Compiler Front-End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Source → Lexer → Tokens → Parser → Parse Tree → AST → Semantic Analysis → IR → Optimizer → Code Generator.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Lexical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Characters become tokens.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Keywords, literals, identifiers, operators, punctuation.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Whitespace/comments skipped.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ANTLR Grammar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grammar Expr;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prog : expr EOF;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expr : expr ('*'|'/') expr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     | expr ('+'|'-') expr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     | INT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     | '(' expr ')';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Yacc/Bison Grammar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%token INT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%left '+' '-'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%left '*' '/'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expr: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 expr '+' expr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| expr '*' expr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| INT;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Flex Lexer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.l files tokenize source code.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Patterns become tokens returned to Bison.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Parsing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ANTLR = LL(*) prediction parser.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Bison = LALR(1) shift-reduce parser.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Operator Precedence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ANTLR uses structured grammar or ordered left recursion.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Bison uses %left, %right, %nonassoc.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Parse Tree vs 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Parse Tree mirrors grammar.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AST represents semantic program 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Semantic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Bison embeds C actions using $$ and $1.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ANTLR uses Visitors and Listeners.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Visitor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visitAdd(), visitMultiply(), visitNumber().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Clean separation between grammar and evaluation.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Language Toolchains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Flex + Bison → C/C++.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ANTLR → Java, Go, Python, C#, Swift, JS, TS, C++.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Industrial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PostgreSQL.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GNU Bash.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Spark SQL.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HiveQL.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Kotlin Grammar.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Aura Ecosystem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Q-Lang.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Aura Parser.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Web4 DSL.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Workbook.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Objective-J.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LLVM Backend.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Lab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Write lexer.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Write grammar.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Generate parser.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Walk AST.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Evaluate expressions.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ANTLR = Modern parser generator.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Bison = Classic Unix parser generator.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Both are core compiler engineering tools.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