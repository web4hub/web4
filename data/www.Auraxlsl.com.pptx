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23749000" cy="168021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" Type="http://schemas.openxmlformats.org/officeDocument/2006/relationships/image" Target="../media/image8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10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" Type="http://schemas.openxmlformats.org/officeDocument/2006/relationships/image" Target="../media/image1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" Type="http://schemas.openxmlformats.org/officeDocument/2006/relationships/image" Target="../media/image1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6" Type="http://schemas.openxmlformats.org/officeDocument/2006/relationships/image" Target="../media/image16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8" Type="http://schemas.openxmlformats.org/officeDocument/2006/relationships/image" Target="../media/image18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" Type="http://schemas.openxmlformats.org/officeDocument/2006/relationships/image" Target="../media/image20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" id="3"/>
          <p:cNvSpPr txBox="true"/>
          <p:nvPr/>
        </p:nvSpPr>
        <p:spPr>
          <a:xfrm>
            <a:off x="5930900" y="4356100"/>
            <a:ext cx="11887200" cy="127000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&lt;!DOCTYPE html&gt;</a:t>
            </a:r>
          </a:p>
          <a:p>
            <a:r>
              <a:rPr lang="en-US" sz="3700">
                <a:solidFill>
                  <a:srgbClr val="252525"/>
                </a:solidFill>
              </a:rPr>
              <a:t> &lt;html lang="en"&gt;</a:t>
            </a:r>
          </a:p>
          <a:p>
            <a:r>
              <a:rPr lang="en-US" sz="3700">
                <a:solidFill>
                  <a:srgbClr val="252525"/>
                </a:solidFill>
              </a:rPr>
              <a:t> &lt;head&gt;</a:t>
            </a:r>
          </a:p>
          <a:p>
            <a:r>
              <a:rPr lang="en-US" sz="3700">
                <a:solidFill>
                  <a:srgbClr val="252525"/>
                </a:solidFill>
              </a:rPr>
              <a:t>  &lt;meta charset="UTF-8"&gt;</a:t>
            </a:r>
          </a:p>
          <a:p>
            <a:r>
              <a:rPr lang="en-US" sz="3700">
                <a:solidFill>
                  <a:srgbClr val="252525"/>
                </a:solidFill>
              </a:rPr>
              <a:t>  &lt;meta name="viewport" content="width=device-width, initial-scale=1.0"&gt;</a:t>
            </a:r>
          </a:p>
          <a:p>
            <a:r>
              <a:rPr lang="en-US" sz="3700">
                <a:solidFill>
                  <a:srgbClr val="252525"/>
                </a:solidFill>
              </a:rPr>
              <a:t>  &lt;title&gt;Click Me!&lt;/title&gt;</a:t>
            </a:r>
          </a:p>
          <a:p>
            <a:r>
              <a:rPr lang="en-US" sz="3700">
                <a:solidFill>
                  <a:srgbClr val="252525"/>
                </a:solidFill>
              </a:rPr>
              <a:t>  &lt;style&gt;</a:t>
            </a:r>
          </a:p>
          <a:p>
            <a:r>
              <a:rPr lang="en-US" sz="3700">
                <a:solidFill>
                  <a:srgbClr val="252525"/>
                </a:solidFill>
              </a:rPr>
              <a:t>  body {</a:t>
            </a:r>
          </a:p>
          <a:p>
            <a:r>
              <a:rPr lang="en-US" sz="3700">
                <a:solidFill>
                  <a:srgbClr val="252525"/>
                </a:solidFill>
              </a:rPr>
              <a:t>  font-family: 'Arial', sans-serif;</a:t>
            </a:r>
          </a:p>
          <a:p>
            <a:r>
              <a:rPr lang="en-US" sz="3700">
                <a:solidFill>
                  <a:srgbClr val="252525"/>
                </a:solidFill>
              </a:rPr>
              <a:t>  margin: 0;</a:t>
            </a:r>
          </a:p>
          <a:p>
            <a:r>
              <a:rPr lang="en-US" sz="3700">
                <a:solidFill>
                  <a:srgbClr val="252525"/>
                </a:solidFill>
              </a:rPr>
              <a:t>  padding: 0;</a:t>
            </a:r>
          </a:p>
          <a:p>
            <a:r>
              <a:rPr lang="en-US" sz="3700">
                <a:solidFill>
                  <a:srgbClr val="252525"/>
                </a:solidFill>
              </a:rPr>
              <a:t>  background-color: #f0f0f0;</a:t>
            </a:r>
          </a:p>
          <a:p>
            <a:r>
              <a:rPr lang="en-US" sz="3700">
                <a:solidFill>
                  <a:srgbClr val="252525"/>
                </a:solidFill>
              </a:rPr>
              <a:t>  display: flex;</a:t>
            </a:r>
          </a:p>
          <a:p>
            <a:r>
              <a:rPr lang="en-US" sz="3700">
                <a:solidFill>
                  <a:srgbClr val="252525"/>
                </a:solidFill>
              </a:rPr>
              <a:t>  justify-content: center;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" id="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align-items: center;</a:t>
            </a:r>
          </a:p>
          <a:p>
            <a:r>
              <a:rPr lang="en-US" sz="3700">
                <a:solidFill>
                  <a:srgbClr val="252525"/>
                </a:solidFill>
              </a:rPr>
              <a:t>  min-height: 100vh;</a:t>
            </a:r>
          </a:p>
          <a:p>
            <a:r>
              <a:rPr lang="en-US" sz="3700">
                <a:solidFill>
                  <a:srgbClr val="252525"/>
                </a:solidFill>
              </a:rPr>
              <a:t>  background-image: url("data:image/svg+xml,%3Csvg width='52' height='26' viewBox='0 0 52 26' xmlns='http://www.w3.org/2000/svg'%3E%3Cg fill='none' fill-rule='evenodd'%3E%3Cg fill='%23c0c0c0' fill-opacity='0.12'%3E%3Cpath d='M10 10c0-2.21-1.79-4-4-4-3.314 0-6-2.686-6-6h2c0 2.21 1.79 4 4 4 3.314 0 6 2.686 6 6zM26 10c0-2.21-1.79-4-4-4-3.314 0-6-2.686-6-6h2c0 2.21 1.79 4 4 4 3.314 0 6 2.686 6 6z'/%3E%3C/g%3E%3C/g%3E%3C/svg%3E");</a:t>
            </a:r>
          </a:p>
          <a:p>
            <a:r>
              <a:rPr lang="en-US" sz="3700">
                <a:solidFill>
                  <a:srgbClr val="252525"/>
                </a:solidFill>
              </a:rPr>
              <a:t>  }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.container {</a:t>
            </a:r>
          </a:p>
          <a:p>
            <a:r>
              <a:rPr lang="en-US" sz="3700">
                <a:solidFill>
                  <a:srgbClr val="252525"/>
                </a:solidFill>
              </a:rPr>
              <a:t>  text-align: center;</a:t>
            </a:r>
          </a:p>
          <a:p>
            <a:r>
              <a:rPr lang="en-US" sz="3700">
                <a:solidFill>
                  <a:srgbClr val="252525"/>
                </a:solidFill>
              </a:rPr>
              <a:t>  }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" id="7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.click-me {</a:t>
            </a:r>
          </a:p>
          <a:p>
            <a:r>
              <a:rPr lang="en-US" sz="3700">
                <a:solidFill>
                  <a:srgbClr val="252525"/>
                </a:solidFill>
              </a:rPr>
              <a:t>  display: inline-block;</a:t>
            </a:r>
          </a:p>
          <a:p>
            <a:r>
              <a:rPr lang="en-US" sz="3700">
                <a:solidFill>
                  <a:srgbClr val="252525"/>
                </a:solidFill>
              </a:rPr>
              <a:t>  padding: 20px 40px;</a:t>
            </a:r>
          </a:p>
          <a:p>
            <a:r>
              <a:rPr lang="en-US" sz="3700">
                <a:solidFill>
                  <a:srgbClr val="252525"/>
                </a:solidFill>
              </a:rPr>
              <a:t>  font-size: 2.5em;</a:t>
            </a:r>
          </a:p>
          <a:p>
            <a:r>
              <a:rPr lang="en-US" sz="3700">
                <a:solidFill>
                  <a:srgbClr val="252525"/>
                </a:solidFill>
              </a:rPr>
              <a:t>  font-weight: bold;</a:t>
            </a:r>
          </a:p>
          <a:p>
            <a:r>
              <a:rPr lang="en-US" sz="3700">
                <a:solidFill>
                  <a:srgbClr val="252525"/>
                </a:solidFill>
              </a:rPr>
              <a:t>  color: #544a41;</a:t>
            </a:r>
          </a:p>
          <a:p>
            <a:r>
              <a:rPr lang="en-US" sz="3700">
                <a:solidFill>
                  <a:srgbClr val="252525"/>
                </a:solidFill>
              </a:rPr>
              <a:t>  background-color: #f9f3e8;</a:t>
            </a:r>
          </a:p>
          <a:p>
            <a:r>
              <a:rPr lang="en-US" sz="3700">
                <a:solidFill>
                  <a:srgbClr val="252525"/>
                </a:solidFill>
              </a:rPr>
              <a:t>  border: 2px solid #d1c3b2;</a:t>
            </a:r>
          </a:p>
          <a:p>
            <a:r>
              <a:rPr lang="en-US" sz="3700">
                <a:solidFill>
                  <a:srgbClr val="252525"/>
                </a:solidFill>
              </a:rPr>
              <a:t>  border-radius: 15px;</a:t>
            </a:r>
          </a:p>
          <a:p>
            <a:r>
              <a:rPr lang="en-US" sz="3700">
                <a:solidFill>
                  <a:srgbClr val="252525"/>
                </a:solidFill>
              </a:rPr>
              <a:t>  box-shadow: 5px 5px 10px rgba(0, 0, 0, 0.2);</a:t>
            </a:r>
          </a:p>
          <a:p>
            <a:r>
              <a:rPr lang="en-US" sz="3700">
                <a:solidFill>
                  <a:srgbClr val="252525"/>
                </a:solidFill>
              </a:rPr>
              <a:t>  cursor: pointer;</a:t>
            </a:r>
          </a:p>
          <a:p>
            <a:r>
              <a:rPr lang="en-US" sz="3700">
                <a:solidFill>
                  <a:srgbClr val="252525"/>
                </a:solidFill>
              </a:rPr>
              <a:t>  transition: all 0.3s ease;</a:t>
            </a:r>
          </a:p>
          <a:p>
            <a:r>
              <a:rPr lang="en-US" sz="3700">
                <a:solidFill>
                  <a:srgbClr val="252525"/>
                </a:solidFill>
              </a:rPr>
              <a:t>  text-decoration: none;</a:t>
            </a:r>
          </a:p>
          <a:p>
            <a:r>
              <a:rPr lang="en-US" sz="3700">
                <a:solidFill>
                  <a:srgbClr val="252525"/>
                </a:solidFill>
              </a:rPr>
              <a:t>  position: relative;</a:t>
            </a:r>
          </a:p>
          <a:p>
            <a:r>
              <a:rPr lang="en-US" sz="3700">
                <a:solidFill>
                  <a:srgbClr val="252525"/>
                </a:solidFill>
              </a:rPr>
              <a:t>  overflow: hidden;</a:t>
            </a:r>
          </a:p>
          <a:p>
            <a:r>
              <a:rPr lang="en-US" sz="3700">
                <a:solidFill>
                  <a:srgbClr val="252525"/>
                </a:solidFill>
              </a:rPr>
              <a:t>  }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.click-me:hover {</a:t>
            </a:r>
          </a:p>
          <a:p>
            <a:r>
              <a:rPr lang="en-US" sz="3700">
                <a:solidFill>
                  <a:srgbClr val="252525"/>
                </a:solidFill>
              </a:rPr>
              <a:t>  background-color: #f2e8d5;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" id="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border-color: #c0b3a2;</a:t>
            </a:r>
          </a:p>
          <a:p>
            <a:r>
              <a:rPr lang="en-US" sz="3700">
                <a:solidFill>
                  <a:srgbClr val="252525"/>
                </a:solidFill>
              </a:rPr>
              <a:t>  box-shadow: 3px 3px 7px rgba(0, 0, 0, 0.2);</a:t>
            </a:r>
          </a:p>
          <a:p>
            <a:r>
              <a:rPr lang="en-US" sz="3700">
                <a:solidFill>
                  <a:srgbClr val="252525"/>
                </a:solidFill>
              </a:rPr>
              <a:t>  color: #433a32;</a:t>
            </a:r>
          </a:p>
          <a:p>
            <a:r>
              <a:rPr lang="en-US" sz="3700">
                <a:solidFill>
                  <a:srgbClr val="252525"/>
                </a:solidFill>
              </a:rPr>
              <a:t>  transform: scale(1.05); /* Slightly scale up on hover */</a:t>
            </a:r>
          </a:p>
          <a:p>
            <a:r>
              <a:rPr lang="en-US" sz="3700">
                <a:solidFill>
                  <a:srgbClr val="252525"/>
                </a:solidFill>
              </a:rPr>
              <a:t>  }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/* Ripple effect */</a:t>
            </a:r>
          </a:p>
          <a:p>
            <a:r>
              <a:rPr lang="en-US" sz="3700">
                <a:solidFill>
                  <a:srgbClr val="252525"/>
                </a:solidFill>
              </a:rPr>
              <a:t>  .click-me::after {</a:t>
            </a:r>
          </a:p>
          <a:p>
            <a:r>
              <a:rPr lang="en-US" sz="3700">
                <a:solidFill>
                  <a:srgbClr val="252525"/>
                </a:solidFill>
              </a:rPr>
              <a:t>  content: '';</a:t>
            </a:r>
          </a:p>
          <a:p>
            <a:r>
              <a:rPr lang="en-US" sz="3700">
                <a:solidFill>
                  <a:srgbClr val="252525"/>
                </a:solidFill>
              </a:rPr>
              <a:t>  display: block;</a:t>
            </a:r>
          </a:p>
          <a:p>
            <a:r>
              <a:rPr lang="en-US" sz="3700">
                <a:solidFill>
                  <a:srgbClr val="252525"/>
                </a:solidFill>
              </a:rPr>
              <a:t>  position: absolute;</a:t>
            </a:r>
          </a:p>
          <a:p>
            <a:r>
              <a:rPr lang="en-US" sz="3700">
                <a:solidFill>
                  <a:srgbClr val="252525"/>
                </a:solidFill>
              </a:rPr>
              <a:t>  top: 0;</a:t>
            </a:r>
          </a:p>
          <a:p>
            <a:r>
              <a:rPr lang="en-US" sz="3700">
                <a:solidFill>
                  <a:srgbClr val="252525"/>
                </a:solidFill>
              </a:rPr>
              <a:t>  left: 0;</a:t>
            </a:r>
          </a:p>
          <a:p>
            <a:r>
              <a:rPr lang="en-US" sz="3700">
                <a:solidFill>
                  <a:srgbClr val="252525"/>
                </a:solidFill>
              </a:rPr>
              <a:t>  width: 100%;</a:t>
            </a:r>
          </a:p>
          <a:p>
            <a:r>
              <a:rPr lang="en-US" sz="3700">
                <a:solidFill>
                  <a:srgbClr val="252525"/>
                </a:solidFill>
              </a:rPr>
              <a:t>  height: 100%;</a:t>
            </a:r>
          </a:p>
          <a:p>
            <a:r>
              <a:rPr lang="en-US" sz="3700">
                <a:solidFill>
                  <a:srgbClr val="252525"/>
                </a:solidFill>
              </a:rPr>
              <a:t>  background-color: rgba(255, 255, 255, 0.3);</a:t>
            </a:r>
          </a:p>
          <a:p>
            <a:r>
              <a:rPr lang="en-US" sz="3700">
                <a:solidFill>
                  <a:srgbClr val="252525"/>
                </a:solidFill>
              </a:rPr>
              <a:t>  opacity: 0;</a:t>
            </a:r>
          </a:p>
          <a:p>
            <a:r>
              <a:rPr lang="en-US" sz="3700">
                <a:solidFill>
                  <a:srgbClr val="252525"/>
                </a:solidFill>
              </a:rPr>
              <a:t>  transition: all 0.5s ease;</a:t>
            </a:r>
          </a:p>
          <a:p>
            <a:r>
              <a:rPr lang="en-US" sz="3700">
                <a:solidFill>
                  <a:srgbClr val="252525"/>
                </a:solidFill>
              </a:rPr>
              <a:t>  transform: scale(10, 10);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" id="1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border-radius: 50%;</a:t>
            </a:r>
          </a:p>
          <a:p>
            <a:r>
              <a:rPr lang="en-US" sz="3700">
                <a:solidFill>
                  <a:srgbClr val="252525"/>
                </a:solidFill>
              </a:rPr>
              <a:t>  }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.click-me:active::after {</a:t>
            </a:r>
          </a:p>
          <a:p>
            <a:r>
              <a:rPr lang="en-US" sz="3700">
                <a:solidFill>
                  <a:srgbClr val="252525"/>
                </a:solidFill>
              </a:rPr>
              <a:t>  padding: 0;</a:t>
            </a:r>
          </a:p>
          <a:p>
            <a:r>
              <a:rPr lang="en-US" sz="3700">
                <a:solidFill>
                  <a:srgbClr val="252525"/>
                </a:solidFill>
              </a:rPr>
              <a:t>  margin: 0;</a:t>
            </a:r>
          </a:p>
          <a:p>
            <a:r>
              <a:rPr lang="en-US" sz="3700">
                <a:solidFill>
                  <a:srgbClr val="252525"/>
                </a:solidFill>
              </a:rPr>
              <a:t>  opacity: 1;</a:t>
            </a:r>
          </a:p>
          <a:p>
            <a:r>
              <a:rPr lang="en-US" sz="3700">
                <a:solidFill>
                  <a:srgbClr val="252525"/>
                </a:solidFill>
              </a:rPr>
              <a:t>  transform: scale(0, 0);</a:t>
            </a:r>
          </a:p>
          <a:p>
            <a:r>
              <a:rPr lang="en-US" sz="3700">
                <a:solidFill>
                  <a:srgbClr val="252525"/>
                </a:solidFill>
              </a:rPr>
              <a:t>  transition: 0s;</a:t>
            </a:r>
          </a:p>
          <a:p>
            <a:r>
              <a:rPr lang="en-US" sz="3700">
                <a:solidFill>
                  <a:srgbClr val="252525"/>
                </a:solidFill>
              </a:rPr>
              <a:t>  }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/* Subtle animation */</a:t>
            </a:r>
          </a:p>
          <a:p>
            <a:r>
              <a:rPr lang="en-US" sz="3700">
                <a:solidFill>
                  <a:srgbClr val="252525"/>
                </a:solidFill>
              </a:rPr>
              <a:t>  @keyframes subtle-float {</a:t>
            </a:r>
          </a:p>
          <a:p>
            <a:r>
              <a:rPr lang="en-US" sz="3700">
                <a:solidFill>
                  <a:srgbClr val="252525"/>
                </a:solidFill>
              </a:rPr>
              <a:t>  0% {</a:t>
            </a:r>
          </a:p>
          <a:p>
            <a:r>
              <a:rPr lang="en-US" sz="3700">
                <a:solidFill>
                  <a:srgbClr val="252525"/>
                </a:solidFill>
              </a:rPr>
              <a:t>  transform: translateY(0);</a:t>
            </a:r>
          </a:p>
          <a:p>
            <a:r>
              <a:rPr lang="en-US" sz="3700">
                <a:solidFill>
                  <a:srgbClr val="252525"/>
                </a:solidFill>
              </a:rPr>
              <a:t>  }</a:t>
            </a:r>
          </a:p>
          <a:p>
            <a:r>
              <a:rPr lang="en-US" sz="3700">
                <a:solidFill>
                  <a:srgbClr val="252525"/>
                </a:solidFill>
              </a:rPr>
              <a:t>  50% {</a:t>
            </a:r>
          </a:p>
          <a:p>
            <a:r>
              <a:rPr lang="en-US" sz="3700">
                <a:solidFill>
                  <a:srgbClr val="252525"/>
                </a:solidFill>
              </a:rPr>
              <a:t>  transform: translateY(-5px);</a:t>
            </a:r>
          </a:p>
          <a:p>
            <a:r>
              <a:rPr lang="en-US" sz="3700">
                <a:solidFill>
                  <a:srgbClr val="252525"/>
                </a:solidFill>
              </a:rPr>
              <a:t>  }</a:t>
            </a:r>
          </a:p>
          <a:p>
            <a:r>
              <a:rPr lang="en-US" sz="3700">
                <a:solidFill>
                  <a:srgbClr val="252525"/>
                </a:solidFill>
              </a:rPr>
              <a:t>  100% {</a:t>
            </a:r>
          </a:p>
          <a:p>
            <a:r>
              <a:rPr lang="en-US" sz="3700">
                <a:solidFill>
                  <a:srgbClr val="252525"/>
                </a:solidFill>
              </a:rPr>
              <a:t>  transform: translateY(0);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" id="1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}</a:t>
            </a:r>
          </a:p>
          <a:p>
            <a:r>
              <a:rPr lang="en-US" sz="3700">
                <a:solidFill>
                  <a:srgbClr val="252525"/>
                </a:solidFill>
              </a:rPr>
              <a:t>  }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.click-me {</a:t>
            </a:r>
          </a:p>
          <a:p>
            <a:r>
              <a:rPr lang="en-US" sz="3700">
                <a:solidFill>
                  <a:srgbClr val="252525"/>
                </a:solidFill>
              </a:rPr>
              <a:t>  animation: subtle-float 3s infinite ease-in-out;</a:t>
            </a:r>
          </a:p>
          <a:p>
            <a:r>
              <a:rPr lang="en-US" sz="3700">
                <a:solidFill>
                  <a:srgbClr val="252525"/>
                </a:solidFill>
              </a:rPr>
              <a:t>  }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/* Add a paper texture */</a:t>
            </a:r>
          </a:p>
          <a:p>
            <a:r>
              <a:rPr lang="en-US" sz="3700">
                <a:solidFill>
                  <a:srgbClr val="252525"/>
                </a:solidFill>
              </a:rPr>
              <a:t>  body::before {</a:t>
            </a:r>
          </a:p>
          <a:p>
            <a:r>
              <a:rPr lang="en-US" sz="3700">
                <a:solidFill>
                  <a:srgbClr val="252525"/>
                </a:solidFill>
              </a:rPr>
              <a:t>  content: "";</a:t>
            </a:r>
          </a:p>
          <a:p>
            <a:r>
              <a:rPr lang="en-US" sz="3700">
                <a:solidFill>
                  <a:srgbClr val="252525"/>
                </a:solidFill>
              </a:rPr>
              <a:t>  position: fixed;</a:t>
            </a:r>
          </a:p>
          <a:p>
            <a:r>
              <a:rPr lang="en-US" sz="3700">
                <a:solidFill>
                  <a:srgbClr val="252525"/>
                </a:solidFill>
              </a:rPr>
              <a:t>  top: 0;</a:t>
            </a:r>
          </a:p>
          <a:p>
            <a:r>
              <a:rPr lang="en-US" sz="3700">
                <a:solidFill>
                  <a:srgbClr val="252525"/>
                </a:solidFill>
              </a:rPr>
              <a:t>  left: 0;</a:t>
            </a:r>
          </a:p>
          <a:p>
            <a:r>
              <a:rPr lang="en-US" sz="3700">
                <a:solidFill>
                  <a:srgbClr val="252525"/>
                </a:solidFill>
              </a:rPr>
              <a:t>  width: 100%;</a:t>
            </a:r>
          </a:p>
          <a:p>
            <a:r>
              <a:rPr lang="en-US" sz="3700">
                <a:solidFill>
                  <a:srgbClr val="252525"/>
                </a:solidFill>
              </a:rPr>
              <a:t>  height: 100%;</a:t>
            </a:r>
          </a:p>
          <a:p>
            <a:r>
              <a:rPr lang="en-US" sz="3700">
                <a:solidFill>
                  <a:srgbClr val="252525"/>
                </a:solidFill>
              </a:rPr>
              <a:t>  background-image: url("https://www.transparenttextures.com/patterns/paper-fibers.png"); /* Replace with a suitable paper texture */</a:t>
            </a:r>
          </a:p>
          <a:p>
            <a:r>
              <a:rPr lang="en-US" sz="3700">
                <a:solidFill>
                  <a:srgbClr val="252525"/>
                </a:solidFill>
              </a:rPr>
              <a:t>  opacity: 0.15; /* Adjust opacity as needed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4" id="1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*/</a:t>
            </a:r>
          </a:p>
          <a:p>
            <a:r>
              <a:rPr lang="en-US" sz="3700">
                <a:solidFill>
                  <a:srgbClr val="252525"/>
                </a:solidFill>
              </a:rPr>
              <a:t>  pointer-events: none; /* Allows clicking through the texture */</a:t>
            </a:r>
          </a:p>
          <a:p>
            <a:r>
              <a:rPr lang="en-US" sz="3700">
                <a:solidFill>
                  <a:srgbClr val="252525"/>
                </a:solidFill>
              </a:rPr>
              <a:t>  z-index: -1; /* Place behind the content */</a:t>
            </a:r>
          </a:p>
          <a:p>
            <a:r>
              <a:rPr lang="en-US" sz="3700">
                <a:solidFill>
                  <a:srgbClr val="252525"/>
                </a:solidFill>
              </a:rPr>
              <a:t>  }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/* New Feature: Hand-drawn font */</a:t>
            </a:r>
          </a:p>
          <a:p>
            <a:r>
              <a:rPr lang="en-US" sz="3700">
                <a:solidFill>
                  <a:srgbClr val="252525"/>
                </a:solidFill>
              </a:rPr>
              <a:t>  @font-face {</a:t>
            </a:r>
          </a:p>
          <a:p>
            <a:r>
              <a:rPr lang="en-US" sz="3700">
                <a:solidFill>
                  <a:srgbClr val="252525"/>
                </a:solidFill>
              </a:rPr>
              <a:t>  font-family: 'Handwritten';</a:t>
            </a:r>
          </a:p>
          <a:p>
            <a:r>
              <a:rPr lang="en-US" sz="3700">
                <a:solidFill>
                  <a:srgbClr val="252525"/>
                </a:solidFill>
              </a:rPr>
              <a:t>  src: url('https://fonts.googleapis.com/css2?family=Caveat&amp;display=swap'); /* Replace with a proper font file if needed */</a:t>
            </a:r>
          </a:p>
          <a:p>
            <a:r>
              <a:rPr lang="en-US" sz="3700">
                <a:solidFill>
                  <a:srgbClr val="252525"/>
                </a:solidFill>
              </a:rPr>
              <a:t>  }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.click-me {</a:t>
            </a:r>
          </a:p>
          <a:p>
            <a:r>
              <a:rPr lang="en-US" sz="3700">
                <a:solidFill>
                  <a:srgbClr val="252525"/>
                </a:solidFill>
              </a:rPr>
              <a:t>  font-family: 'Handwritten', cursive;</a:t>
            </a:r>
          </a:p>
          <a:p>
            <a:r>
              <a:rPr lang="en-US" sz="3700">
                <a:solidFill>
                  <a:srgbClr val="252525"/>
                </a:solidFill>
              </a:rPr>
              <a:t>  }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/* New Feature: Fading edges */</a:t>
            </a:r>
          </a:p>
          <a:p>
            <a:r>
              <a:rPr lang="en-US" sz="3700">
                <a:solidFill>
                  <a:srgbClr val="252525"/>
                </a:solidFill>
              </a:rPr>
              <a:t>  .container {</a:t>
            </a:r>
          </a:p>
          <a:p>
            <a:r>
              <a:rPr lang="en-US" sz="3700">
                <a:solidFill>
                  <a:srgbClr val="252525"/>
                </a:solidFill>
              </a:rPr>
              <a:t>  position: relative;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6" id="1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}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.container::before,</a:t>
            </a:r>
          </a:p>
          <a:p>
            <a:r>
              <a:rPr lang="en-US" sz="3700">
                <a:solidFill>
                  <a:srgbClr val="252525"/>
                </a:solidFill>
              </a:rPr>
              <a:t>  .container::after {</a:t>
            </a:r>
          </a:p>
          <a:p>
            <a:r>
              <a:rPr lang="en-US" sz="3700">
                <a:solidFill>
                  <a:srgbClr val="252525"/>
                </a:solidFill>
              </a:rPr>
              <a:t>  content: "";</a:t>
            </a:r>
          </a:p>
          <a:p>
            <a:r>
              <a:rPr lang="en-US" sz="3700">
                <a:solidFill>
                  <a:srgbClr val="252525"/>
                </a:solidFill>
              </a:rPr>
              <a:t>  position: absolute;</a:t>
            </a:r>
          </a:p>
          <a:p>
            <a:r>
              <a:rPr lang="en-US" sz="3700">
                <a:solidFill>
                  <a:srgbClr val="252525"/>
                </a:solidFill>
              </a:rPr>
              <a:t>  top: 0;</a:t>
            </a:r>
          </a:p>
          <a:p>
            <a:r>
              <a:rPr lang="en-US" sz="3700">
                <a:solidFill>
                  <a:srgbClr val="252525"/>
                </a:solidFill>
              </a:rPr>
              <a:t>  width: 100%;</a:t>
            </a:r>
          </a:p>
          <a:p>
            <a:r>
              <a:rPr lang="en-US" sz="3700">
                <a:solidFill>
                  <a:srgbClr val="252525"/>
                </a:solidFill>
              </a:rPr>
              <a:t>  height: 100%;</a:t>
            </a:r>
          </a:p>
          <a:p>
            <a:r>
              <a:rPr lang="en-US" sz="3700">
                <a:solidFill>
                  <a:srgbClr val="252525"/>
                </a:solidFill>
              </a:rPr>
              <a:t>  pointer-events: none;</a:t>
            </a:r>
          </a:p>
          <a:p>
            <a:r>
              <a:rPr lang="en-US" sz="3700">
                <a:solidFill>
                  <a:srgbClr val="252525"/>
                </a:solidFill>
              </a:rPr>
              <a:t>  }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.container::before {</a:t>
            </a:r>
          </a:p>
          <a:p>
            <a:r>
              <a:rPr lang="en-US" sz="3700">
                <a:solidFill>
                  <a:srgbClr val="252525"/>
                </a:solidFill>
              </a:rPr>
              <a:t>  left: 0;</a:t>
            </a:r>
          </a:p>
          <a:p>
            <a:r>
              <a:rPr lang="en-US" sz="3700">
                <a:solidFill>
                  <a:srgbClr val="252525"/>
                </a:solidFill>
              </a:rPr>
              <a:t>  background: linear-gradient(to right, rgba(240, 240, 240, 1), rgba(240, 240, 240, 0));</a:t>
            </a:r>
          </a:p>
          <a:p>
            <a:r>
              <a:rPr lang="en-US" sz="3700">
                <a:solidFill>
                  <a:srgbClr val="252525"/>
                </a:solidFill>
              </a:rPr>
              <a:t>  }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.container::after {</a:t>
            </a:r>
          </a:p>
          <a:p>
            <a:r>
              <a:rPr lang="en-US" sz="3700">
                <a:solidFill>
                  <a:srgbClr val="252525"/>
                </a:solidFill>
              </a:rPr>
              <a:t>  right: 0;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8" id="1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background: linear-gradient(to left, rgba(240, 240, 240, 1), rgba(240, 240, 240, 0));</a:t>
            </a:r>
          </a:p>
          <a:p>
            <a:r>
              <a:rPr lang="en-US" sz="3700">
                <a:solidFill>
                  <a:srgbClr val="252525"/>
                </a:solidFill>
              </a:rPr>
              <a:t>  }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/*New Feature: Hover to redirect*/</a:t>
            </a:r>
          </a:p>
          <a:p>
            <a:r>
              <a:rPr lang="en-US" sz="3700">
                <a:solidFill>
                  <a:srgbClr val="252525"/>
                </a:solidFill>
              </a:rPr>
              <a:t>  .click-me:hover {</a:t>
            </a:r>
          </a:p>
          <a:p>
            <a:r>
              <a:rPr lang="en-US" sz="3700">
                <a:solidFill>
                  <a:srgbClr val="252525"/>
                </a:solidFill>
              </a:rPr>
              <a:t>  cursor: pointer;</a:t>
            </a:r>
          </a:p>
          <a:p>
            <a:r>
              <a:rPr lang="en-US" sz="3700">
                <a:solidFill>
                  <a:srgbClr val="252525"/>
                </a:solidFill>
              </a:rPr>
              <a:t>  }</a:t>
            </a:r>
          </a:p>
          <a:p>
            <a:r>
              <a:rPr lang="en-US" sz="3700">
                <a:solidFill>
                  <a:srgbClr val="252525"/>
                </a:solidFill>
              </a:rPr>
              <a:t>  &lt;/style&gt;</a:t>
            </a:r>
          </a:p>
          <a:p>
            <a:r>
              <a:rPr lang="en-US" sz="3700">
                <a:solidFill>
                  <a:srgbClr val="252525"/>
                </a:solidFill>
              </a:rPr>
              <a:t> &lt;/head&gt;</a:t>
            </a:r>
          </a:p>
          <a:p>
            <a:r>
              <a:rPr lang="en-US" sz="3700">
                <a:solidFill>
                  <a:srgbClr val="252525"/>
                </a:solidFill>
              </a:rPr>
              <a:t> &lt;body&gt;</a:t>
            </a:r>
          </a:p>
          <a:p>
            <a:r>
              <a:rPr lang="en-US" sz="3700">
                <a:solidFill>
                  <a:srgbClr val="252525"/>
                </a:solidFill>
              </a:rPr>
              <a:t>  &lt;div class="container"&gt;</a:t>
            </a:r>
          </a:p>
          <a:p>
            <a:r>
              <a:rPr lang="en-US" sz="3700">
                <a:solidFill>
                  <a:srgbClr val="252525"/>
                </a:solidFill>
              </a:rPr>
              <a:t>  &lt;a href="https://www.auraxlsl.com/paper" class="click-me"&gt;Click Me!&lt;/a&gt;</a:t>
            </a:r>
          </a:p>
          <a:p>
            <a:r>
              <a:rPr lang="en-US" sz="3700">
                <a:solidFill>
                  <a:srgbClr val="252525"/>
                </a:solidFill>
              </a:rPr>
              <a:t>  &lt;/div&gt;</a:t>
            </a:r>
          </a:p>
          <a:p>
            <a:r>
              <a:rPr lang="en-US" sz="3700">
                <a:solidFill>
                  <a:srgbClr val="252525"/>
                </a:solidFill>
              </a:rPr>
              <a:t>  &lt;script&gt;</a:t>
            </a:r>
          </a:p>
          <a:p>
            <a:r>
              <a:rPr lang="en-US" sz="3700">
                <a:solidFill>
                  <a:srgbClr val="252525"/>
                </a:solidFill>
              </a:rPr>
              <a:t>  document.querySelector('.click-me').addEventListener('mouseover', function() {</a:t>
            </a:r>
          </a:p>
          <a:p>
            <a:r>
              <a:rPr lang="en-US" sz="3700">
                <a:solidFill>
                  <a:srgbClr val="252525"/>
                </a:solidFill>
              </a:rPr>
              <a:t>  window.location.href = 'https://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0" id="2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www.auraxlsl.com/paper';</a:t>
            </a:r>
          </a:p>
          <a:p>
            <a:r>
              <a:rPr lang="en-US" sz="3700">
                <a:solidFill>
                  <a:srgbClr val="252525"/>
                </a:solidFill>
              </a:rPr>
              <a:t>  });</a:t>
            </a:r>
          </a:p>
          <a:p>
            <a:r>
              <a:rPr lang="en-US" sz="3700">
                <a:solidFill>
                  <a:srgbClr val="252525"/>
                </a:solidFill>
              </a:rPr>
              <a:t>  &lt;/script&gt;</a:t>
            </a:r>
          </a:p>
          <a:p>
            <a:r>
              <a:rPr lang="en-US" sz="3700">
                <a:solidFill>
                  <a:srgbClr val="252525"/>
                </a:solidFill>
              </a:rPr>
              <a:t> &lt;/body&gt;</a:t>
            </a:r>
          </a:p>
          <a:p>
            <a:r>
              <a:rPr lang="en-US" sz="3700">
                <a:solidFill>
                  <a:srgbClr val="252525"/>
                </a:solidFill>
              </a:rPr>
              <a:t> &lt;/html&gt;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